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1E40AF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SIGESC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94A3B8"/>
                </a:solidFill>
              </a:defRPr>
            </a:pPr>
            <a:r>
              <a:t>Sistema Integrado de Gestão Escolar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O que é o SIGESC?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Sistema completo para gestão da rede municipal de educação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Desenvolvido especialmente para a realidade das escolas brasileiras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Acesso pela internet de qualquer lugar, 24 horas por dia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Interface moderna, intuitiva e fácil de usar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Funciona até mesmo sem conexão com a internet (modo offline)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Segurança de dados com backup automático na nuvem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SIGESC em Números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828800"/>
            <a:ext cx="201168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103120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3B82F6"/>
                </a:solidFill>
              </a:defRPr>
            </a:pPr>
            <a:r>
              <a:t>5.000+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20040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4A3B8"/>
                </a:solidFill>
              </a:defRPr>
            </a:pPr>
            <a:r>
              <a:t>Alunos Gerenciados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1828800"/>
            <a:ext cx="201168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2103120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2C55E"/>
                </a:solidFill>
              </a:defRPr>
            </a:pPr>
            <a:r>
              <a:t>15+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320040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4A3B8"/>
                </a:solidFill>
              </a:defRPr>
            </a:pPr>
            <a:r>
              <a:t>Escolas Atendidas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828800"/>
            <a:ext cx="201168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103120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A855F7"/>
                </a:solidFill>
              </a:defRPr>
            </a:pPr>
            <a:r>
              <a:t>99,9%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20040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4A3B8"/>
                </a:solidFill>
              </a:defRPr>
            </a:pPr>
            <a:r>
              <a:t>Disponibilidade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1828800"/>
            <a:ext cx="201168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2103120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97316"/>
                </a:solidFill>
              </a:defRPr>
            </a:pPr>
            <a:r>
              <a:t>24/7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20040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4A3B8"/>
                </a:solidFill>
              </a:defRPr>
            </a:pPr>
            <a:r>
              <a:t>Suporte Técnico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54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64748B"/>
                </a:solidFill>
              </a:defRPr>
            </a:pPr>
            <a:r>
              <a:t>Números em constante crescimento com a expansão da rede de escolas atendidas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Gestão Completa de Alunos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Cadastro completo com todos os dados pessoais e documentos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Histórico escolar automático com todas as movimentações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Controle de matrículas, transferências e remanejamentos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Pré-matrícula online para novos alunos (autoatendimento)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Busca e filtros avançados por nome, turma, status e escola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Geração de declarações, fichas e documentos em PDF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Registro de atestados médicos com bloqueio de frequência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Notas e Frequência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Lançamento de notas por bimestre/trimestre/semestre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Suporte a notas numéricas e conceituais (Educação Infantil)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Controle de frequência diário com cálculo automático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Boletins individuais gerados automaticamente em PDF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Atas de resultados finais para impressão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Ficha individual do aluno completa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Relatórios gerenciais para acompanhamento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Gestão de Escolas e Turmas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Cadastro de múltiplas escolas e unidades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Organização de turmas por nível de ensino e série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Alocação de professores por disciplina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Calendário escolar integrado com feriados e eventos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Controle de servidores (professores, funcionários)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Sistema de avisos e comunicação interna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Dashboard com visão geral da rede de ensino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Ferramentas para Secretaria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Geração de documentos oficiais em PDF (declarações, históricos)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Controle de matrículas e transferências entre escolas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Ações em lote para atualização de status de alunos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Relatórios consolidados por escola e rede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Auditoria de todas as alterações no sistema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Notificações em tempo real de novas pré-matrículas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Exportação de dados para planilhas Excel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Diferenciais do SIGESC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Funciona offline - continue trabalhando sem internet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Interface responsiva - acesse pelo celular ou tablet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Suporte técnico dedicado e treinamento incluído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Atualizações constantes sem custo adicional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Dados seguros na nuvem com backup automático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Personalização com a identidade visual do município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Custo-benefício superior às soluções do mercado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Roadmap do SIGESC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2C55E"/>
                </a:solidFill>
              </a:defRPr>
            </a:pPr>
            <a:r>
              <a:t>Já Implementado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</a:defRPr>
            </a:pPr>
            <a:r>
              <a:t>✓ Gestão completa de alunos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</a:defRPr>
            </a:pPr>
            <a:r>
              <a:t>✓ Matrículas e transferências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</a:defRPr>
            </a:pPr>
            <a:r>
              <a:t>✓ Lançamento de notas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</a:defRPr>
            </a:pPr>
            <a:r>
              <a:t>✓ Controle de frequência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</a:defRPr>
            </a:pPr>
            <a:r>
              <a:t>✓ Geração de boletins/PDFs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</a:defRPr>
            </a:pPr>
            <a:r>
              <a:t>✓ Pré-matrícula online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</a:defRPr>
            </a:pPr>
            <a:r>
              <a:t>✓ Calendário escolar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</a:defRPr>
            </a:pPr>
            <a:r>
              <a:t>✓ Sistema de avisos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</a:defRPr>
            </a:pPr>
            <a:r>
              <a:t>✓ Modo offline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</a:defRPr>
            </a:pPr>
            <a:r>
              <a:t>✓ Atestados médicos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972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Em Desenvolvimento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55448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</a:defRPr>
            </a:pPr>
            <a:r>
              <a:t>→ App mobile nativo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</a:defRPr>
            </a:pPr>
            <a:r>
              <a:t>→ Portal do responsável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</a:defRPr>
            </a:pPr>
            <a:r>
              <a:t>→ Integração com INEP/Censo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</a:defRPr>
            </a:pPr>
            <a:r>
              <a:t>→ Relatórios avançados BI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</a:defRPr>
            </a:pPr>
            <a:r>
              <a:t>→ Biblioteca digital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</a:defRPr>
            </a:pPr>
            <a:r>
              <a:t>→ Gestão de transporte escolar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</a:defRPr>
            </a:pPr>
            <a:r>
              <a:t>→ Controle de merenda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</a:defRPr>
            </a:pPr>
            <a:r>
              <a:t>→ Integração com PNLD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</a:defRPr>
            </a:pPr>
            <a:r>
              <a:t>→ Módulo financeiro</a:t>
            </a:r>
          </a:p>
          <a:p>
            <a:pPr>
              <a:spcAft>
                <a:spcPts val="800"/>
              </a:spcAft>
              <a:defRPr sz="1800">
                <a:solidFill>
                  <a:srgbClr val="CBD5E1"/>
                </a:solidFill>
              </a:defRPr>
            </a:pPr>
            <a:r>
              <a:t>→ Comunicação via WhatsApp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Benefícios para a Rede de Ensino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Redução de até 70% no tempo de processos administrativos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Eliminação de papelada e arquivos físicos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Dados centralizados e acessíveis em tempo real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Maior controle e transparência na gestão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Facilidade na tomada de decisões com dados atualizados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Padronização de processos em todas as escolas</a:t>
            </a:r>
          </a:p>
          <a:p>
            <a:pPr>
              <a:spcAft>
                <a:spcPts val="1200"/>
              </a:spcAft>
              <a:defRPr sz="2200">
                <a:solidFill>
                  <a:srgbClr val="E2E8F0"/>
                </a:solidFill>
              </a:defRPr>
            </a:pPr>
            <a:r>
              <a:t>• Economia de recursos com digitalização de documentos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0" y="2743200"/>
            <a:ext cx="5486400" cy="54864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Vamos Conversar?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FDBFE"/>
                </a:solidFill>
              </a:defRPr>
            </a:pPr>
            <a:r>
              <a:t>Entre em contato para uma demonstração gratuita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BFDBFE"/>
                </a:solidFill>
              </a:defRPr>
            </a:pPr>
            <a:r>
              <a:t>WhatsApp: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32004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(94) 98422-3453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BFDBFE"/>
                </a:solidFill>
              </a:defRPr>
            </a:pPr>
            <a:r>
              <a:t>E-mail: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749039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contato@aprenderdigital.top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97679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BFDBFE"/>
                </a:solidFill>
              </a:defRPr>
            </a:pPr>
            <a:r>
              <a:t>Site: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4297679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aprenderdigital.top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3C5FD"/>
                </a:solidFill>
              </a:defRPr>
            </a:pPr>
            <a:r>
              <a:t>Projeto de propriedade da Aprender Digital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